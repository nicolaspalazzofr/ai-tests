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Outfit Light"/>
      <p:regular r:id="rId7"/>
      <p:bold r:id="rId8"/>
    </p:embeddedFont>
    <p:embeddedFont>
      <p:font typeface="Outfit"/>
      <p:regular r:id="rId9"/>
      <p:bold r:id="rId10"/>
    </p:embeddedFont>
    <p:embeddedFont>
      <p:font typeface="Outfit Medium"/>
      <p:regular r:id="rId11"/>
      <p:bold r:id="rId12"/>
    </p:embeddedFont>
    <p:embeddedFont>
      <p:font typeface="Outfit SemiBold"/>
      <p:regular r:id="rId13"/>
      <p:bold r:id="rId14"/>
    </p:embeddedFont>
    <p:embeddedFont>
      <p:font typeface="Helvetica Neue"/>
      <p:regular r:id="rId15"/>
      <p:bold r:id="rId16"/>
      <p:italic r:id="rId17"/>
      <p:boldItalic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22" Type="http://schemas.openxmlformats.org/officeDocument/2006/relationships/font" Target="fonts/CenturyGothic-boldItalic.fntdata"/><Relationship Id="rId21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utfi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utfitLight-regular.fntdata"/><Relationship Id="rId8" Type="http://schemas.openxmlformats.org/officeDocument/2006/relationships/font" Target="fonts/OutfitLight-bold.fntdata"/><Relationship Id="rId11" Type="http://schemas.openxmlformats.org/officeDocument/2006/relationships/font" Target="fonts/OutfitMedium-regular.fntdata"/><Relationship Id="rId10" Type="http://schemas.openxmlformats.org/officeDocument/2006/relationships/font" Target="fonts/Outfit-bold.fntdata"/><Relationship Id="rId13" Type="http://schemas.openxmlformats.org/officeDocument/2006/relationships/font" Target="fonts/OutfitSemiBold-regular.fntdata"/><Relationship Id="rId12" Type="http://schemas.openxmlformats.org/officeDocument/2006/relationships/font" Target="fonts/OutfitMedium-bold.fntdata"/><Relationship Id="rId15" Type="http://schemas.openxmlformats.org/officeDocument/2006/relationships/font" Target="fonts/HelveticaNeue-regular.fntdata"/><Relationship Id="rId14" Type="http://schemas.openxmlformats.org/officeDocument/2006/relationships/font" Target="fonts/OutfitSemiBold-bold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19" Type="http://schemas.openxmlformats.org/officeDocument/2006/relationships/font" Target="fonts/CenturyGothic-regular.fntdata"/><Relationship Id="rId18" Type="http://schemas.openxmlformats.org/officeDocument/2006/relationships/font" Target="fonts/HelveticaNeu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b="0" i="0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b="0" i="0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30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b="0" i="0" sz="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667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667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667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b="0" i="0" sz="6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97d3bccdb_0_3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97d3bccdb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66589"/>
                </a:solidFill>
              </a:rPr>
              <a:t>.</a:t>
            </a:r>
            <a:endParaRPr>
              <a:solidFill>
                <a:srgbClr val="566589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665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Liste des ateliers s’adapte</a:t>
            </a:r>
            <a:endParaRPr sz="1400">
              <a:solidFill>
                <a:srgbClr val="56658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665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Ateliers indispensables (Vision)</a:t>
            </a:r>
            <a:endParaRPr sz="1400">
              <a:solidFill>
                <a:srgbClr val="56658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143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6658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Cadrage 360, chez OCTO</a:t>
            </a:r>
            <a:endParaRPr sz="1400">
              <a:solidFill>
                <a:srgbClr val="0E23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outil ouvert, composition de bonnes pratiques</a:t>
            </a:r>
            <a:endParaRPr sz="1400">
              <a:solidFill>
                <a:srgbClr val="0E23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ensemble d’ateliers avant de commencer un produit, un projet</a:t>
            </a:r>
            <a:endParaRPr sz="1400">
              <a:solidFill>
                <a:srgbClr val="0E23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Différents axes (cf. couleurs)</a:t>
            </a:r>
            <a:endParaRPr sz="1400">
              <a:solidFill>
                <a:srgbClr val="0E23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Utile comme fiche outil</a:t>
            </a:r>
            <a:endParaRPr sz="1400">
              <a:solidFill>
                <a:srgbClr val="56658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- Couverture [1]" showMasterSp="0">
  <p:cSld name="40 - Couverture [1]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1171" l="1171" r="1171" t="1171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LEARN TO CHANGE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56" name="Google Shape;56;p13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" name="Google Shape;57;p13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58" name="Google Shape;58;p13"/>
            <p:cNvCxnSpPr>
              <a:endCxn id="57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" name="Google Shape;59;p13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 flipH="1" rot="-5400561">
              <a:off x="2143273" y="1358457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61" name="Google Shape;61;p13"/>
            <p:cNvCxnSpPr>
              <a:stCxn id="59" idx="2"/>
              <a:endCxn id="57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3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</a:t>
            </a: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ACADEMY</a:t>
            </a:r>
            <a:r>
              <a:rPr b="0" i="0" lang="en-US" sz="600" u="none" cap="none" strike="noStrik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 I PART OF ACCENTURE</a:t>
            </a:r>
            <a:endParaRPr b="0"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b="337" l="0" r="0" t="337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66" name="Google Shape;66;p13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7" name="Google Shape;67;p13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68" name="Google Shape;68;p13"/>
            <p:cNvCxnSpPr>
              <a:stCxn id="69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" name="Google Shape;70;p13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1" name="Google Shape;71;p13"/>
            <p:cNvCxnSpPr>
              <a:endCxn id="70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13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 flipH="1" rot="-5400570">
              <a:off x="1792271" y="1738633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73" name="Google Shape;73;p13"/>
            <p:cNvCxnSpPr>
              <a:stCxn id="72" idx="2"/>
              <a:endCxn id="70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4" name="Google Shape;74;p13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3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grpSp>
        <p:nvGrpSpPr>
          <p:cNvPr id="77" name="Google Shape;77;p13"/>
          <p:cNvGrpSpPr/>
          <p:nvPr/>
        </p:nvGrpSpPr>
        <p:grpSpPr>
          <a:xfrm>
            <a:off x="110578" y="119560"/>
            <a:ext cx="601513" cy="601513"/>
            <a:chOff x="622287" y="12"/>
            <a:chExt cx="1724026" cy="1724026"/>
          </a:xfrm>
        </p:grpSpPr>
        <p:pic>
          <p:nvPicPr>
            <p:cNvPr id="78" name="Google Shape;78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2287" y="12"/>
              <a:ext cx="1724026" cy="1724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3"/>
            <p:cNvSpPr/>
            <p:nvPr/>
          </p:nvSpPr>
          <p:spPr>
            <a:xfrm>
              <a:off x="1917727" y="504575"/>
              <a:ext cx="173400" cy="17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1610125" y="806798"/>
              <a:ext cx="173400" cy="17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re et contenu">
  <p:cSld name="02 - Titre et contenu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578425" y="1273175"/>
            <a:ext cx="80190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Focus">
  <p:cSld name="05 - Focus">
    <p:bg>
      <p:bgPr>
        <a:solidFill>
          <a:schemeClr val="dk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109475" y="114950"/>
            <a:ext cx="462000" cy="5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8" name="Google Shape;88;p15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ACADEMY I PART OF ACCENTURE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2024 - All rights reserved</a:t>
            </a:r>
            <a:endParaRPr sz="50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89" name="Google Shape;89;p15"/>
          <p:cNvSpPr txBox="1"/>
          <p:nvPr>
            <p:ph idx="1" type="subTitle"/>
          </p:nvPr>
        </p:nvSpPr>
        <p:spPr>
          <a:xfrm>
            <a:off x="571500" y="778000"/>
            <a:ext cx="8003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563310" y="361279"/>
            <a:ext cx="8003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2" type="body"/>
          </p:nvPr>
        </p:nvSpPr>
        <p:spPr>
          <a:xfrm>
            <a:off x="571500" y="1273150"/>
            <a:ext cx="80328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grpSp>
        <p:nvGrpSpPr>
          <p:cNvPr id="92" name="Google Shape;92;p15"/>
          <p:cNvGrpSpPr/>
          <p:nvPr/>
        </p:nvGrpSpPr>
        <p:grpSpPr>
          <a:xfrm>
            <a:off x="8383075" y="4438950"/>
            <a:ext cx="499500" cy="425700"/>
            <a:chOff x="8383075" y="4438950"/>
            <a:chExt cx="499500" cy="425700"/>
          </a:xfrm>
        </p:grpSpPr>
        <p:sp>
          <p:nvSpPr>
            <p:cNvPr id="93" name="Google Shape;93;p15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94" name="Google Shape;94;p15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95" name="Google Shape;95;p15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b="0" i="0" lang="en-US" sz="800" u="none" cap="none" strike="noStrik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b="0" i="0" lang="en-US" sz="800" u="none" cap="none" strike="noStrik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b="0" i="0" sz="800" u="none" cap="none" strike="noStrik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96" name="Google Shape;96;p15"/>
              <p:cNvCxnSpPr>
                <a:stCxn id="97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8" name="Google Shape;98;p15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fmla="val 16241889" name="adj1"/>
                  <a:gd fmla="val 167312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99" name="Google Shape;99;p15"/>
              <p:cNvCxnSpPr>
                <a:endCxn id="98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0" name="Google Shape;100;p15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fmla="val 16241889" name="adj1"/>
                  <a:gd fmla="val 11524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 flipH="1" rot="-5400000">
                <a:off x="8499018" y="4589995"/>
                <a:ext cx="200700" cy="196200"/>
              </a:xfrm>
              <a:prstGeom prst="arc">
                <a:avLst>
                  <a:gd fmla="val 16241889" name="adj1"/>
                  <a:gd fmla="val 15973" name="adj2"/>
                </a:avLst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101" name="Google Shape;101;p15"/>
              <p:cNvCxnSpPr>
                <a:stCxn id="100" idx="2"/>
                <a:endCxn id="98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E235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pic>
        <p:nvPicPr>
          <p:cNvPr id="102" name="Google Shape;10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0" y="37025"/>
            <a:ext cx="301100" cy="3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re et sous-titre">
  <p:cSld name="03 - Titre et sous-titr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re seul">
  <p:cSld name="04 - Titre seul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- Chapitre [1]" showMasterSp="0">
  <p:cSld name="50 - Chapitre [1]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2" name="Google Shape;112;p18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1396875" y="1668700"/>
            <a:ext cx="2560500" cy="2512800"/>
          </a:xfrm>
          <a:prstGeom prst="teardrop">
            <a:avLst>
              <a:gd fmla="val 100000" name="adj"/>
            </a:avLst>
          </a:prstGeom>
          <a:solidFill>
            <a:srgbClr val="9FA7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6" name="Google Shape;116;p18"/>
          <p:cNvCxnSpPr>
            <a:stCxn id="117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8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19" name="Google Shape;119;p18"/>
          <p:cNvCxnSpPr>
            <a:endCxn id="118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8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7" name="Google Shape;117;p18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21" name="Google Shape;121;p18"/>
          <p:cNvCxnSpPr>
            <a:stCxn id="120" idx="2"/>
            <a:endCxn id="118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8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LEARN TO CHANGE</a:t>
            </a:r>
            <a:endParaRPr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00523" y="1296117"/>
            <a:ext cx="294175" cy="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Slide vide" showMasterSp="0">
  <p:cSld name="06 - Slide vide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27" name="Google Shape;127;p19"/>
          <p:cNvCxnSpPr>
            <a:stCxn id="128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30" name="Google Shape;130;p19"/>
          <p:cNvCxnSpPr>
            <a:endCxn id="129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8" name="Google Shape;128;p19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32" name="Google Shape;132;p19"/>
          <p:cNvCxnSpPr>
            <a:stCxn id="131" idx="2"/>
            <a:endCxn id="129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ACADEMY I PART OF ACCENTURE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2024 - All rights reserved</a:t>
            </a:r>
            <a:endParaRPr sz="500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988" y="206792"/>
            <a:ext cx="294175" cy="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re, sous-titre et contenu">
  <p:cSld name="01 - Titre, sous-titre et contenu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562825" y="1273150"/>
            <a:ext cx="80415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2" type="subTitle"/>
          </p:nvPr>
        </p:nvSpPr>
        <p:spPr>
          <a:xfrm>
            <a:off x="567956" y="773836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i="0" sz="1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508001" y="1059657"/>
            <a:ext cx="8132700" cy="3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◉"/>
              <a:defRPr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&gt;"/>
              <a:defRPr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+"/>
              <a:defRPr/>
            </a:lvl3pPr>
            <a:lvl4pPr indent="-279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o"/>
              <a:defRPr/>
            </a:lvl4pPr>
            <a:lvl5pPr indent="-279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o"/>
              <a:defRPr/>
            </a:lvl5pPr>
            <a:lvl6pPr indent="-2794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o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737200" y="4873501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1"/>
          <p:cNvSpPr txBox="1"/>
          <p:nvPr>
            <p:ph type="title"/>
          </p:nvPr>
        </p:nvSpPr>
        <p:spPr>
          <a:xfrm>
            <a:off x="508001" y="245011"/>
            <a:ext cx="813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/ TItre seul">
  <p:cSld name="TItre seul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510103" y="86636"/>
            <a:ext cx="813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entury Gothic"/>
              <a:buNone/>
              <a:defRPr b="1" i="0" sz="2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sous titre">
  <p:cSld name="Titre et sous titr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504000" y="437865"/>
            <a:ext cx="8136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9C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A9C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9C5"/>
              </a:buClr>
              <a:buSzPts val="1100"/>
              <a:buFont typeface="Merriweather Sans"/>
              <a:buChar char="&gt;"/>
              <a:defRPr b="0" i="0" sz="14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+"/>
              <a:defRPr b="0" i="0" sz="12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9C5"/>
              </a:buClr>
              <a:buSzPts val="900"/>
              <a:buFont typeface="Merriweather Sans"/>
              <a:buChar char="◦"/>
              <a:defRPr b="0" i="0" sz="11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115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9C5"/>
              </a:buClr>
              <a:buSzPts val="1300"/>
              <a:buFont typeface="Merriweather Sans"/>
              <a:buChar char="-"/>
              <a:defRPr b="0" i="0" sz="16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type="title"/>
          </p:nvPr>
        </p:nvSpPr>
        <p:spPr>
          <a:xfrm>
            <a:off x="503237" y="181786"/>
            <a:ext cx="8137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2800"/>
              <a:buFont typeface="Helvetica Neue"/>
              <a:buNone/>
              <a:defRPr b="1" i="0" sz="1800" u="none" cap="none" strike="noStrike">
                <a:solidFill>
                  <a:srgbClr val="00245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2800"/>
              <a:buFont typeface="Arial"/>
              <a:buNone/>
              <a:defRPr b="0" i="0" sz="3600" u="none" cap="none" strike="noStrik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/ Slide vide fond clair" showMasterSp="0">
  <p:cSld name="Slide vide fond clair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4"/>
          <p:cNvSpPr/>
          <p:nvPr/>
        </p:nvSpPr>
        <p:spPr>
          <a:xfrm>
            <a:off x="410003" y="4886532"/>
            <a:ext cx="29934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OCTO Part of Accenture Digital © 2019 - All rights reserved</a:t>
            </a:r>
            <a:endParaRPr b="0" i="0" sz="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97325" y="4876888"/>
            <a:ext cx="5395575" cy="195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- Couverture [2]" showMasterSp="0">
  <p:cSld name="41 - Couverture [2]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i="0" sz="20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2800"/>
              <a:buNone/>
              <a:def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" type="subTitle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i="0" sz="1300" u="none" cap="none" strike="noStrik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56" name="Google Shape;156;p2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2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58" name="Google Shape;158;p2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2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" name="Google Shape;160;p25"/>
            <p:cNvCxnSpPr>
              <a:endCxn id="159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" name="Google Shape;161;p2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 flipH="1" rot="-5400561">
              <a:off x="2143273" y="1358460"/>
              <a:ext cx="1838700" cy="17955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3" name="Google Shape;163;p25"/>
            <p:cNvCxnSpPr>
              <a:stCxn id="161" idx="2"/>
              <a:endCxn id="159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4" name="Google Shape;164;p2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LEARN TO CHANGE</a:t>
            </a:r>
            <a:endParaRPr sz="60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i="0" sz="600" u="none" cap="none" strike="noStrik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ACADEMY I PART OF ACCENTURE</a:t>
            </a:r>
            <a:endParaRPr sz="60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67" name="Google Shape;167;p2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68" name="Google Shape;168;p25"/>
            <p:cNvCxnSpPr>
              <a:stCxn id="16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" name="Google Shape;170;p2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fmla="val 16241889" name="adj1"/>
                <a:gd fmla="val 167312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" name="Google Shape;171;p25"/>
            <p:cNvCxnSpPr>
              <a:endCxn id="17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" name="Google Shape;172;p2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fmla="val 16241889" name="adj1"/>
                <a:gd fmla="val 11524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5"/>
            <p:cNvSpPr/>
            <p:nvPr/>
          </p:nvSpPr>
          <p:spPr>
            <a:xfrm flipH="1" rot="-5400570">
              <a:off x="1792271" y="1738695"/>
              <a:ext cx="1809600" cy="1064400"/>
            </a:xfrm>
            <a:prstGeom prst="arc">
              <a:avLst>
                <a:gd fmla="val 16241889" name="adj1"/>
                <a:gd fmla="val 15973" name="adj2"/>
              </a:avLst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" name="Google Shape;173;p25"/>
            <p:cNvCxnSpPr>
              <a:stCxn id="172" idx="2"/>
              <a:endCxn id="17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74" name="Google Shape;174;p2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5"/>
          <p:cNvSpPr txBox="1"/>
          <p:nvPr>
            <p:ph idx="2" type="title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3" type="title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i="0" sz="1000" u="none" cap="none" strike="noStrik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i="0" sz="1000" u="none" cap="none" strike="noStrik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grpSp>
        <p:nvGrpSpPr>
          <p:cNvPr id="177" name="Google Shape;177;p25"/>
          <p:cNvGrpSpPr/>
          <p:nvPr/>
        </p:nvGrpSpPr>
        <p:grpSpPr>
          <a:xfrm>
            <a:off x="110578" y="119560"/>
            <a:ext cx="601513" cy="601513"/>
            <a:chOff x="622287" y="12"/>
            <a:chExt cx="1724026" cy="1724026"/>
          </a:xfrm>
        </p:grpSpPr>
        <p:pic>
          <p:nvPicPr>
            <p:cNvPr id="178" name="Google Shape;178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2287" y="12"/>
              <a:ext cx="1724026" cy="1724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5"/>
            <p:cNvSpPr/>
            <p:nvPr/>
          </p:nvSpPr>
          <p:spPr>
            <a:xfrm>
              <a:off x="1917727" y="504575"/>
              <a:ext cx="173400" cy="17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1610125" y="806798"/>
              <a:ext cx="173400" cy="17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- Chapitre [2]" showMasterSp="0">
  <p:cSld name="51 - Chapitre [2]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fmla="val 50000" name="adj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3457650" y="12267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b="1" i="0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4295850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i="0" sz="2400" u="none" cap="none" strike="noStrik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85" name="Google Shape;185;p26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1396875" y="1668700"/>
            <a:ext cx="2560500" cy="2512800"/>
          </a:xfrm>
          <a:prstGeom prst="teardrop">
            <a:avLst>
              <a:gd fmla="val 100000" name="adj"/>
            </a:avLst>
          </a:prstGeom>
          <a:solidFill>
            <a:srgbClr val="9FA7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b="0" i="0" lang="en-US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b="0" i="0" sz="1400" u="none" cap="none" strike="noStrik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26"/>
          <p:cNvCxnSpPr>
            <a:stCxn id="190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6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26"/>
          <p:cNvCxnSpPr>
            <a:endCxn id="191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26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26"/>
          <p:cNvSpPr/>
          <p:nvPr/>
        </p:nvSpPr>
        <p:spPr>
          <a:xfrm flipH="1" rot="-5400000">
            <a:off x="85760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26"/>
          <p:cNvCxnSpPr>
            <a:stCxn id="193" idx="2"/>
            <a:endCxn id="191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6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LEARN TO CHANGE</a:t>
            </a:r>
            <a:endParaRPr i="0" sz="600" u="none" cap="none" strike="noStrik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00523" y="1296117"/>
            <a:ext cx="294175" cy="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3 - Titre, contenu et visuel à droite - cadre blanc" showMasterSp="0">
  <p:cSld name="63 - Titre, contenu et visuel à droite - cadre blanc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00" name="Google Shape;200;p2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rgbClr val="9FA7BB"/>
            </a:solidFill>
            <a:ln cap="flat" cmpd="sng" w="9525">
              <a:solidFill>
                <a:srgbClr val="6E7B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01" name="Google Shape;201;p2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b="0" i="0" lang="en-US" sz="1400" u="none" cap="none" strike="noStrik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b="0" i="0" sz="1400" u="none" cap="none" strike="noStrik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b="0" i="0" lang="en-US" sz="800" u="none" cap="none" strike="noStrik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b="0" i="0" lang="en-US" sz="800" u="none" cap="none" strike="noStrik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b="0" i="0" sz="800" u="none" cap="none" strike="noStrik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03" name="Google Shape;203;p27"/>
          <p:cNvCxnSpPr>
            <a:stCxn id="204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7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fmla="val 16241889" name="adj1"/>
              <a:gd fmla="val 167312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06" name="Google Shape;206;p27"/>
          <p:cNvCxnSpPr>
            <a:endCxn id="205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7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fmla="val 16241889" name="adj1"/>
              <a:gd fmla="val 11524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4" name="Google Shape;204;p27"/>
          <p:cNvSpPr/>
          <p:nvPr/>
        </p:nvSpPr>
        <p:spPr>
          <a:xfrm flipH="1" rot="-5400000">
            <a:off x="8575218" y="4666195"/>
            <a:ext cx="200700" cy="196200"/>
          </a:xfrm>
          <a:prstGeom prst="arc">
            <a:avLst>
              <a:gd fmla="val 16241889" name="adj1"/>
              <a:gd fmla="val 15973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08" name="Google Shape;208;p27"/>
          <p:cNvCxnSpPr>
            <a:stCxn id="207" idx="2"/>
            <a:endCxn id="205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27"/>
          <p:cNvSpPr/>
          <p:nvPr/>
        </p:nvSpPr>
        <p:spPr>
          <a:xfrm rot="-5400000">
            <a:off x="-977675" y="35777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ACADEMY I PART OF ACCENTURE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2024 - All rights reserved</a:t>
            </a:r>
            <a:endParaRPr sz="500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0" lIns="0" spcFirstLastPara="1" rIns="91425" wrap="square" tIns="180000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b="0" i="0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pic>
        <p:nvPicPr>
          <p:cNvPr id="212" name="Google Shape;21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988" y="206792"/>
            <a:ext cx="294175" cy="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- There is a better way" showMasterSp="0">
  <p:cSld name="59 - There is a better way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8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215" name="Google Shape;215;p28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fmla="val 20918" name="adj"/>
              </a:avLst>
            </a:prstGeom>
            <a:solidFill>
              <a:srgbClr val="0E23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18" name="Google Shape;218;p28"/>
          <p:cNvSpPr/>
          <p:nvPr/>
        </p:nvSpPr>
        <p:spPr>
          <a:xfrm rot="-5400000">
            <a:off x="-977675" y="35777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ACADEMY I PART OF ACCENTURE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2024 - All rights reserved</a:t>
            </a:r>
            <a:endParaRPr sz="500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97700" y="1713574"/>
            <a:ext cx="2148598" cy="171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99" y="127199"/>
            <a:ext cx="554876" cy="55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00" y="262000"/>
            <a:ext cx="8229199" cy="452639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/>
          <p:nvPr/>
        </p:nvSpPr>
        <p:spPr>
          <a:xfrm>
            <a:off x="7767950" y="314425"/>
            <a:ext cx="813000" cy="234900"/>
          </a:xfrm>
          <a:prstGeom prst="roundRect">
            <a:avLst>
              <a:gd fmla="val 16667" name="adj"/>
            </a:avLst>
          </a:prstGeom>
          <a:solidFill>
            <a:srgbClr val="2633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</a:rPr>
              <a:t>ORGA</a:t>
            </a:r>
            <a:endParaRPr b="1"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